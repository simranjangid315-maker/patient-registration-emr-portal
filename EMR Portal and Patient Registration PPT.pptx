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lulalalitha08@outlook.com" userId="3ee9265da8d921d9" providerId="LiveId" clId="{9BF95156-721C-45E0-BEB9-AD1C5F4FA8BC}"/>
    <pc:docChg chg="modSld">
      <pc:chgData name="mallulalalitha08@outlook.com" userId="3ee9265da8d921d9" providerId="LiveId" clId="{9BF95156-721C-45E0-BEB9-AD1C5F4FA8BC}" dt="2026-06-19T04:05:35.276" v="48" actId="20577"/>
      <pc:docMkLst>
        <pc:docMk/>
      </pc:docMkLst>
      <pc:sldChg chg="modSp mod">
        <pc:chgData name="mallulalalitha08@outlook.com" userId="3ee9265da8d921d9" providerId="LiveId" clId="{9BF95156-721C-45E0-BEB9-AD1C5F4FA8BC}" dt="2026-06-19T04:05:35.276" v="48" actId="20577"/>
        <pc:sldMkLst>
          <pc:docMk/>
          <pc:sldMk cId="0" sldId="256"/>
        </pc:sldMkLst>
        <pc:spChg chg="mod">
          <ac:chgData name="mallulalalitha08@outlook.com" userId="3ee9265da8d921d9" providerId="LiveId" clId="{9BF95156-721C-45E0-BEB9-AD1C5F4FA8BC}" dt="2026-06-19T04:05:35.276" v="48" actId="20577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298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137160" cy="51435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13716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2801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25CS1201E | Front End Development Frameworks &amp; UI Engineering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169164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274320" y="233172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5B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EMR Portal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274320" y="30632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8D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Medical Records – React-Based Single Page Application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3520440"/>
            <a:ext cx="1828800" cy="457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097280"/>
            <a:ext cx="2651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No: 50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7A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Lalitha Madhuhasini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2520080063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Simran Jangid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2520030166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Shiva Krishna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36576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 | Term III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100584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2286000" y="749808"/>
            <a:ext cx="4572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" y="100584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960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1783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14400" y="265176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2606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Mapping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14400" y="347472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CO-wise Implementations (CO1 – CO6)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029200" y="100584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532120" y="960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29200" y="182880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532120" y="1783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Software Used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029200" y="265176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532120" y="2606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029200" y="347472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532120" y="3429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25CS1201E | Front End Development Frameworks &amp; UI Engineering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8680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100584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1005840" cy="594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1600200"/>
            <a:ext cx="3931920" cy="301752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65760" y="21031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facilities rely on paper-based or fragmented digital systems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loss, delays &amp; poor accessibility in patient records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 for registration &amp; medical history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staff lack efficient tools for record management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754880" y="1600200"/>
            <a:ext cx="4114800" cy="30175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4632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46320" y="21031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React-based SPA for patient registration &amp; EMR management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patient sign-up, login &amp; authentication system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EMR Dashboard for viewing/managing records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deployment with Lighthouse evaluation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25CS1201E | Front End Development Frameworks &amp; UI Engineering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100584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Registration &amp; EMR Portal is a React-based SPA that addresses fragmentation in healthcare record systems.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React.js with functional components, React Router DOM for SPA navigation, and React Context API for global authentication state.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with validation pipelines ensures reliable data entry for patient registration.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supported by Node.js, Express.js, and MySQL; Axios handles all API communication.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modules: (1) Patient Registration &amp; Authentication, and (2) EMR Dashboard &amp; Record Management.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performance using memoization, lazy loading, and code-splitting via Vite; deployed on Netlify/Vercel.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25CS1201E | Front End Development Frameworks &amp; UI Engineering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Mapping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1005840" cy="59436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412480" cy="31089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Registration &amp; Authentication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Sign-Up/Sign-In pages, React Hook Form, field-level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Lalitha Madhuhasini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(2520080063)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Engineering &amp;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pipelines, error surfaces, controlled forms, derived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Lalitha Madhuhasini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(2520080063)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EMR Dashboard &amp; Record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records listing, detail view, search/filter, skeleton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Simran Jangid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(2520030166)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 Routing, Protected Routes &amp;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&amp; nested routing, Vite bundling, Netlify/Vercel deployment, Lighthouse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Simran Jangid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(2520030166)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25CS1201E | Front End Development Frameworks &amp; UI Engineering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68680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CO-wise Implementations (CO1 – CO3)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100584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572768"/>
            <a:ext cx="2834640" cy="32918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572768"/>
            <a:ext cx="28346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1572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Front-End Engineering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210312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vs Declarative UI – React solves DOM complexity via Virtual DOM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Component-driven architecture with unidirectional data flow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pipeline &amp; reconciliation used in patient dashboard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54680" y="1572768"/>
            <a:ext cx="2834640" cy="32918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54680" y="1572768"/>
            <a:ext cx="283464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54680" y="1572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06908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&amp; TypeScript Engineering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46120" y="210312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 arrow functions, destructuring, async/await used throughout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promise chains for API calls (login, register, fetch records)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interfaces for Patient &amp; EMR data models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0760" y="1572768"/>
            <a:ext cx="2834640" cy="329184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1572768"/>
            <a:ext cx="283464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1572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99516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Model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72200" y="210312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components: PatientCard, RecordList, AuthForm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&amp; useEffect hooks manage form state and API side-effects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for responsive, accessible UI design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25CS1201E | Front End Development Frameworks &amp; UI Engineering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CO-wise Implementations (CO4 – CO6)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100584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572768"/>
            <a:ext cx="2834640" cy="32918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572768"/>
            <a:ext cx="283464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1572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Async Data Engineering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210312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 API manages global authentication state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with async/await handles race conditions in EMR fetch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UI during data loading; stale state prevention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54680" y="1572768"/>
            <a:ext cx="2834640" cy="329184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54680" y="1572768"/>
            <a:ext cx="283464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54680" y="1572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06908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Forms &amp; Performance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46120" y="210312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for SPA routes: /patients, /patients/:id/records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redirect unauthorized users to login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pipelines with field-level error surfaces via React Hook Form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0760" y="1572768"/>
            <a:ext cx="2834640" cy="3291840"/>
          </a:xfrm>
          <a:prstGeom prst="rect">
            <a:avLst/>
          </a:prstGeom>
          <a:solidFill>
            <a:srgbClr val="EDE7F6"/>
          </a:solidFill>
          <a:ln w="19050">
            <a:solidFill>
              <a:srgbClr val="4527A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1572768"/>
            <a:ext cx="2834640" cy="45720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1572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99516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Systems &amp; Deployment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72200" y="210312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bundler: tree-shaking, minification, asset optimization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Netlify/Vercel with environment configurations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audit for performance, accessibility &amp; SEO readiness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25CS1201E | Front End Development Frameworks &amp; UI Engineering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100584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600200"/>
            <a:ext cx="8595360" cy="59436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600200"/>
            <a:ext cx="164592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636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 SPA)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892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React Router · Context API · Tailwind CSS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194560"/>
            <a:ext cx="0" cy="9144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74320" y="2286000"/>
            <a:ext cx="8595360" cy="59436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2286000"/>
            <a:ext cx="164592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322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Validation Layer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2578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· Controlled Components · Error Surfaces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89120" y="2880360"/>
            <a:ext cx="0" cy="9144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74320" y="2971800"/>
            <a:ext cx="8595360" cy="59436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971800"/>
            <a:ext cx="164592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008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3264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· REST API Calls · Async/Await · Race Condition Handling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389120" y="3566160"/>
            <a:ext cx="0" cy="9144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74320" y="3657600"/>
            <a:ext cx="8595360" cy="5943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3657600"/>
            <a:ext cx="164592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36941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(Supporting Layer)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8640" y="3950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 · MySQL Database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25CS1201E | Front End Development Frameworks &amp; UI Engineering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68680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Software Used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100584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572768"/>
            <a:ext cx="420624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572768"/>
            <a:ext cx="128016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" y="1609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5488" y="18836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(ES6+), TypeScript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572768"/>
            <a:ext cx="4206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572768"/>
            <a:ext cx="128016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56048" y="1609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56048" y="18836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React Router DOM, React Hook Form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2377440"/>
            <a:ext cx="420624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2377440"/>
            <a:ext cx="128016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" y="2414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5488" y="2688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 API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2377440"/>
            <a:ext cx="420624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0" y="2377440"/>
            <a:ext cx="128016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56048" y="2414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Styling: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56048" y="2688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CSS, CSS Modules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3182112"/>
            <a:ext cx="420624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3182112"/>
            <a:ext cx="128016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Communication: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5488" y="3493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Axios, REST API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54880" y="3182112"/>
            <a:ext cx="420624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54880" y="3182112"/>
            <a:ext cx="128016" cy="658368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56048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(Support):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956048" y="3493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Express.js, MySQL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74320" y="3986784"/>
            <a:ext cx="4206240" cy="6583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4320" y="3986784"/>
            <a:ext cx="128016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Deployment: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5488" y="4297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Vite, Netlify / Vercel, Lighthouse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754880" y="3986784"/>
            <a:ext cx="4206240" cy="658368"/>
          </a:xfrm>
          <a:prstGeom prst="rect">
            <a:avLst/>
          </a:prstGeom>
          <a:solidFill>
            <a:srgbClr val="ECEFF1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54880" y="3986784"/>
            <a:ext cx="128016" cy="65836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56048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Tools: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956048" y="4297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Postman, Git &amp; GitHub, npm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25CS1201E | Front End Development Frameworks &amp; UI Engineering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68680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7724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100584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572768"/>
            <a:ext cx="2743200" cy="14173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572768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6824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204825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login/sign-up with protected route guards and Context API state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54680" y="1572768"/>
            <a:ext cx="2743200" cy="14173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54680" y="1572768"/>
            <a:ext cx="27432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64408" y="16824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EMR Dashboard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64408" y="204825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filter, and view patient records with skeleton loading states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572768"/>
            <a:ext cx="2743200" cy="141732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1572768"/>
            <a:ext cx="274320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16824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44768" y="204825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with field-level error surfaces and controlled inputs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3172968"/>
            <a:ext cx="2743200" cy="141732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172968"/>
            <a:ext cx="2743200" cy="731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32826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Routing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84048" y="364845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routes (/patients/:id/records) with rendering boundaries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154680" y="3172968"/>
            <a:ext cx="2743200" cy="14173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54680" y="3172968"/>
            <a:ext cx="27432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64408" y="32826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Optimized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264408" y="364845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Memoization, lazy loading, and code-splitting via Vite bundler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035040" y="3172968"/>
            <a:ext cx="2743200" cy="1417320"/>
          </a:xfrm>
          <a:prstGeom prst="rect">
            <a:avLst/>
          </a:prstGeom>
          <a:solidFill>
            <a:srgbClr val="EDE7F6"/>
          </a:solidFill>
          <a:ln w="19050">
            <a:solidFill>
              <a:srgbClr val="4527A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035040" y="3172968"/>
            <a:ext cx="2743200" cy="7315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44768" y="32826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&amp; Responsive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144768" y="364845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compliance, keyboard navigation, Tailwind CSS responsive grid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25CS1201E | Front End Development Frameworks &amp; UI Engineering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86800" y="4892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137160" cy="51435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13716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280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274320" y="1783080"/>
            <a:ext cx="1645920" cy="457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920240"/>
            <a:ext cx="5577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demonstrates real-world front-end engineering using React.js</a:t>
            </a:r>
            <a:endParaRPr lang="en-US" sz="1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CO attainments: architecture, async data, routing, forms, and deployment</a:t>
            </a:r>
            <a:endParaRPr lang="en-US" sz="1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patient registration &amp; EMR system with production-grade performance</a:t>
            </a:r>
            <a:endParaRPr lang="en-US" sz="1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Accessibility-first design with Lighthouse-verified quality metrics</a:t>
            </a:r>
            <a:endParaRPr lang="en-US" sz="1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on Netlify/Vercel; scalable for real healthcare environments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09360" y="137160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No: 50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7A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7432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Deemed to be University | Dept. of CSE-1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997</Words>
  <Application>Microsoft Office PowerPoint</Application>
  <PresentationFormat>On-screen Show (16:9)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Registration &amp; EMR Portal</dc:title>
  <dc:subject>PptxGenJS Presentation</dc:subject>
  <dc:creator>PptxGenJS</dc:creator>
  <cp:lastModifiedBy>mallulalalitha08@outlook.com</cp:lastModifiedBy>
  <cp:revision>1</cp:revision>
  <dcterms:created xsi:type="dcterms:W3CDTF">2026-06-03T07:45:48Z</dcterms:created>
  <dcterms:modified xsi:type="dcterms:W3CDTF">2026-06-19T04:05:38Z</dcterms:modified>
</cp:coreProperties>
</file>